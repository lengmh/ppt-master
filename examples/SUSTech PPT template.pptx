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sldIdLst>
    <p:sldId id="582" r:id="rId3"/>
    <p:sldId id="577" r:id="rId4"/>
    <p:sldId id="560" r:id="rId5"/>
    <p:sldId id="578" r:id="rId6"/>
    <p:sldId id="579" r:id="rId7"/>
    <p:sldId id="581" r:id="rId8"/>
    <p:sldId id="583" r:id="rId9"/>
    <p:sldId id="584" r:id="rId10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微软雅黑" panose="020B0503020204020204" pitchFamily="34" charset="-122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微软雅黑" panose="020B0503020204020204" pitchFamily="34" charset="-122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微软雅黑" panose="020B0503020204020204" pitchFamily="34" charset="-122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微软雅黑" panose="020B0503020204020204" pitchFamily="34" charset="-122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微软雅黑" panose="020B0503020204020204" pitchFamily="34" charset="-12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微软雅黑" panose="020B0503020204020204" pitchFamily="34" charset="-122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微软雅黑" panose="020B0503020204020204" pitchFamily="34" charset="-122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微软雅黑" panose="020B0503020204020204" pitchFamily="34" charset="-122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微软雅黑" panose="020B0503020204020204" pitchFamily="34" charset="-122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3F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997" autoAdjust="0"/>
    <p:restoredTop sz="95728" autoAdjust="0"/>
  </p:normalViewPr>
  <p:slideViewPr>
    <p:cSldViewPr snapToGrid="0">
      <p:cViewPr varScale="1">
        <p:scale>
          <a:sx n="87" d="100"/>
          <a:sy n="87" d="100"/>
        </p:scale>
        <p:origin x="138" y="522"/>
      </p:cViewPr>
      <p:guideLst>
        <p:guide orient="horz" pos="2096"/>
        <p:guide pos="3836"/>
      </p:guideLst>
    </p:cSldViewPr>
  </p:slideViewPr>
  <p:outlineViewPr>
    <p:cViewPr>
      <p:scale>
        <a:sx n="33" d="100"/>
        <a:sy n="33" d="100"/>
      </p:scale>
      <p:origin x="0" y="516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1998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Calibri" panose="020F050202020403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Calibri" panose="020F050202020403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Calibri" panose="020F0502020204030204" pitchFamily="34" charset="0"/>
              </a:defRPr>
            </a:lvl1pPr>
          </a:lstStyle>
          <a:p>
            <a:fld id="{81017A3E-5E7B-4FBF-9343-87227AC12E9F}" type="slidenum">
              <a:rPr altLang="en-US"/>
            </a:fld>
            <a:endParaRPr lang="en-CA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9"/>
          <p:cNvSpPr txBox="1"/>
          <p:nvPr/>
        </p:nvSpPr>
        <p:spPr>
          <a:xfrm>
            <a:off x="4700588" y="1001713"/>
            <a:ext cx="2790825" cy="7699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400" b="1" spc="600">
                <a:solidFill>
                  <a:schemeClr val="tx2">
                    <a:lumMod val="75000"/>
                  </a:schemeClr>
                </a:solidFill>
                <a:ea typeface="微软雅黑" panose="020B0503020204020204" pitchFamily="34" charset="-122"/>
                <a:sym typeface="+mn-ea"/>
              </a:rPr>
              <a:t>PPT</a:t>
            </a:r>
            <a:r>
              <a:rPr lang="zh-CN" altLang="en-US" sz="4400" b="1" spc="600">
                <a:solidFill>
                  <a:schemeClr val="tx2">
                    <a:lumMod val="75000"/>
                  </a:schemeClr>
                </a:solidFill>
                <a:ea typeface="微软雅黑" panose="020B0503020204020204" pitchFamily="34" charset="-122"/>
                <a:sym typeface="+mn-ea"/>
              </a:rPr>
              <a:t>配色</a:t>
            </a:r>
            <a:endParaRPr lang="zh-CN" altLang="en-US" sz="4400" b="1" spc="600">
              <a:solidFill>
                <a:schemeClr val="tx2">
                  <a:lumMod val="75000"/>
                </a:schemeClr>
              </a:solidFill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矩形: 圆角 6"/>
          <p:cNvSpPr/>
          <p:nvPr/>
        </p:nvSpPr>
        <p:spPr>
          <a:xfrm>
            <a:off x="2549525" y="2554288"/>
            <a:ext cx="1085850" cy="3117850"/>
          </a:xfrm>
          <a:prstGeom prst="roundRect">
            <a:avLst>
              <a:gd name="adj" fmla="val 50000"/>
            </a:avLst>
          </a:prstGeom>
          <a:solidFill>
            <a:srgbClr val="E366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矩形: 圆角 7"/>
          <p:cNvSpPr/>
          <p:nvPr/>
        </p:nvSpPr>
        <p:spPr>
          <a:xfrm>
            <a:off x="4457700" y="2554288"/>
            <a:ext cx="1087438" cy="3117850"/>
          </a:xfrm>
          <a:prstGeom prst="roundRect">
            <a:avLst>
              <a:gd name="adj" fmla="val 50000"/>
            </a:avLst>
          </a:prstGeom>
          <a:solidFill>
            <a:srgbClr val="EA8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矩形: 圆角 8"/>
          <p:cNvSpPr/>
          <p:nvPr/>
        </p:nvSpPr>
        <p:spPr>
          <a:xfrm>
            <a:off x="6396038" y="2554288"/>
            <a:ext cx="1087437" cy="3117850"/>
          </a:xfrm>
          <a:prstGeom prst="roundRect">
            <a:avLst>
              <a:gd name="adj" fmla="val 50000"/>
            </a:avLst>
          </a:prstGeom>
          <a:solidFill>
            <a:srgbClr val="01AB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矩形: 圆角 10"/>
          <p:cNvSpPr/>
          <p:nvPr/>
        </p:nvSpPr>
        <p:spPr>
          <a:xfrm>
            <a:off x="8556625" y="2554288"/>
            <a:ext cx="1085850" cy="3117850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平行四边形 1"/>
          <p:cNvSpPr/>
          <p:nvPr/>
        </p:nvSpPr>
        <p:spPr>
          <a:xfrm>
            <a:off x="-141288" y="273050"/>
            <a:ext cx="820738" cy="447675"/>
          </a:xfrm>
          <a:prstGeom prst="parallelogram">
            <a:avLst/>
          </a:prstGeom>
          <a:solidFill>
            <a:srgbClr val="01AB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平行四边形 2"/>
          <p:cNvSpPr/>
          <p:nvPr/>
        </p:nvSpPr>
        <p:spPr>
          <a:xfrm>
            <a:off x="-223838" y="122238"/>
            <a:ext cx="820738" cy="447675"/>
          </a:xfrm>
          <a:prstGeom prst="parallelogram">
            <a:avLst/>
          </a:prstGeom>
          <a:solidFill>
            <a:srgbClr val="E366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762000" y="720725"/>
            <a:ext cx="1123632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09" t="38371" r="22781" b="38666"/>
          <a:stretch>
            <a:fillRect/>
          </a:stretch>
        </p:blipFill>
        <p:spPr bwMode="auto">
          <a:xfrm>
            <a:off x="9698038" y="0"/>
            <a:ext cx="2392362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直接连接符 5"/>
          <p:cNvCxnSpPr/>
          <p:nvPr/>
        </p:nvCxnSpPr>
        <p:spPr>
          <a:xfrm>
            <a:off x="193675" y="6543675"/>
            <a:ext cx="1180465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13"/>
          <p:cNvSpPr txBox="1">
            <a:spLocks noChangeArrowheads="1"/>
          </p:cNvSpPr>
          <p:nvPr/>
        </p:nvSpPr>
        <p:spPr bwMode="auto">
          <a:xfrm>
            <a:off x="80963" y="6562725"/>
            <a:ext cx="362902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r>
              <a:rPr lang="en-US" altLang="zh-CN" sz="1200">
                <a:solidFill>
                  <a:srgbClr val="9D9D9D"/>
                </a:solidFill>
                <a:sym typeface="+mn-ea"/>
              </a:rPr>
              <a:t>Southern University of Science and Technology</a:t>
            </a:r>
            <a:endParaRPr lang="zh-CN" altLang="en-US" sz="1200">
              <a:solidFill>
                <a:srgbClr val="9D9D9D"/>
              </a:solidFill>
              <a:sym typeface="+mn-e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51" r="5882" b="9808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0" y="0"/>
            <a:ext cx="12192000" cy="6929438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20646-7F87-464D-B530-BC137B6C12C5}" type="datetimeFigureOut">
              <a:rPr lang="en-CA" smtClean="0"/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A3EB4-5BE8-494D-8219-5F8FEB5BE8CE}" type="slidenum">
              <a:rPr lang="en-CA" smtClean="0"/>
            </a:fld>
            <a:endParaRPr lang="en-C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8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5" y="4313919"/>
            <a:ext cx="12195175" cy="2652785"/>
          </a:xfrm>
          <a:prstGeom prst="rect">
            <a:avLst/>
          </a:prstGeom>
        </p:spPr>
      </p:pic>
      <p:sp>
        <p:nvSpPr>
          <p:cNvPr id="3" name="内容占位符 39"/>
          <p:cNvSpPr txBox="1"/>
          <p:nvPr/>
        </p:nvSpPr>
        <p:spPr>
          <a:xfrm>
            <a:off x="731517" y="1152525"/>
            <a:ext cx="10717531" cy="1654175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91440" tIns="45720" rIns="91440" bIns="45720">
            <a:noAutofit/>
            <a:scene3d>
              <a:camera prst="orthographicFront"/>
              <a:lightRig rig="threePt" dir="t"/>
            </a:scene3d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3750"/>
              </a:lnSpc>
              <a:buNone/>
            </a:pPr>
            <a:r>
              <a:rPr lang="en-US" altLang="zh-CN" sz="3600" b="1" dirty="0" smtClean="0">
                <a:solidFill>
                  <a:srgbClr val="B6374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XXXXX</a:t>
            </a:r>
            <a:endParaRPr sz="3600" b="1" dirty="0">
              <a:solidFill>
                <a:srgbClr val="B6374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4" name="直接连接符 3"/>
          <p:cNvCxnSpPr/>
          <p:nvPr/>
        </p:nvCxnSpPr>
        <p:spPr>
          <a:xfrm flipV="1">
            <a:off x="3835400" y="3858260"/>
            <a:ext cx="4698365" cy="8891"/>
          </a:xfrm>
          <a:prstGeom prst="line">
            <a:avLst/>
          </a:prstGeom>
          <a:ln w="15875">
            <a:solidFill>
              <a:schemeClr val="tx1">
                <a:lumMod val="75000"/>
                <a:lumOff val="25000"/>
              </a:schemeClr>
            </a:solidFill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5111751" y="3328541"/>
            <a:ext cx="2145665" cy="1076325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汇报人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endParaRPr lang="en-US" altLang="zh-CN" sz="2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2020-XX -XX</a:t>
            </a:r>
            <a:endParaRPr lang="en-US" altLang="zh-CN" sz="2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37" descr="微信图片_201711131927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699" y="3099973"/>
            <a:ext cx="12331975" cy="376065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FREDDY\Desktop\图片1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1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12" descr="e7d195523061f1c0205959036996ad55c215b892a7aac5c0B9ADEF7896FB48F2EF97163A2DE1401E1875DEDC438B7864AD24CA23553DBBBD975DAF4CAD4A2592689FFB6CEE59FFA55B2702D0E5EE29CD7E37535C766F54FF143759298710CEBDEB50CCDA68E96F570F6B3D60359F961AFD682207A8D1AA5836EB792D3E0AC5E1645826D8327D9FB7"/>
          <p:cNvSpPr txBox="1"/>
          <p:nvPr/>
        </p:nvSpPr>
        <p:spPr>
          <a:xfrm>
            <a:off x="4373241" y="1710424"/>
            <a:ext cx="3445517" cy="932180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 defTabSz="685800"/>
            <a:r>
              <a:rPr lang="zh-CN" altLang="en-US" sz="5465" b="1" spc="-113" dirty="0" smtClean="0">
                <a:solidFill>
                  <a:srgbClr val="2B75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en Sans" panose="020B0606030504020204" pitchFamily="34" charset="0"/>
              </a:rPr>
              <a:t>感谢聆听</a:t>
            </a:r>
            <a:endParaRPr lang="zh-CN" altLang="en-US" sz="5465" b="1" spc="-113" dirty="0">
              <a:solidFill>
                <a:srgbClr val="2B758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en Sans" panose="020B0606030504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主题​​">
  <a:themeElements>
    <a:clrScheme name="自定义 1">
      <a:dk1>
        <a:srgbClr val="3A3838"/>
      </a:dk1>
      <a:lt1>
        <a:srgbClr val="F2F2F2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  <a:effectLst>
          <a:outerShdw blurRad="63500" algn="ctr" rotWithShape="0">
            <a:prstClr val="black">
              <a:alpha val="40000"/>
            </a:prstClr>
          </a:outerShdw>
        </a:effectLst>
      </a:spPr>
      <a:bodyPr rot="0" spcFirstLastPara="0" vertOverflow="overflow" horzOverflow="overflow" vert="horz" wrap="square" lIns="216000" tIns="45720" rIns="216000" bIns="45720" numCol="1" spcCol="0" rtlCol="0" fromWordArt="0" anchor="ctr" anchorCtr="0" forceAA="0" compatLnSpc="1">
        <a:noAutofit/>
      </a:bodyPr>
      <a:lstStyle>
        <a:defPPr algn="ctr">
          <a:lnSpc>
            <a:spcPct val="130000"/>
          </a:lnSpc>
          <a:defRPr sz="2400">
            <a:solidFill>
              <a:schemeClr val="tx2">
                <a:lumMod val="75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0" cap="rnd">
          <a:solidFill>
            <a:schemeClr val="bg1">
              <a:lumMod val="9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</Words>
  <Application>WPS 演示</Application>
  <PresentationFormat>宽屏</PresentationFormat>
  <Paragraphs>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宋体</vt:lpstr>
      <vt:lpstr>Wingdings</vt:lpstr>
      <vt:lpstr>微软雅黑</vt:lpstr>
      <vt:lpstr>Calibri</vt:lpstr>
      <vt:lpstr>Arial Unicode MS</vt:lpstr>
      <vt:lpstr>Open Sans</vt:lpstr>
      <vt:lpstr>Segoe Print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</dc:creator>
  <cp:lastModifiedBy>Iaxyng</cp:lastModifiedBy>
  <cp:revision>274</cp:revision>
  <dcterms:created xsi:type="dcterms:W3CDTF">2019-06-03T00:25:00Z</dcterms:created>
  <dcterms:modified xsi:type="dcterms:W3CDTF">2021-03-31T01:21:49Z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2052-11.1.0.9192</vt:lpwstr>
  </property>
  <property fmtid="{D5CDD505-2E9C-101B-9397-08002B2CF9AE}" pid="3" name="ContentTypeId">
    <vt:lpwstr>0x010100D8928DBEFEFB5C49A768DE4456A81700</vt:lpwstr>
  </property>
</Properties>
</file>